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thesis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empathize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define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causal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reframe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solution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prototype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ladder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gtm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bm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test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moat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os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benchmark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fundraising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milestones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closing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